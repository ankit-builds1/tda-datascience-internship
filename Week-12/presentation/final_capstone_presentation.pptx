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Week 12 Final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churn risk and support business decisions using sales, property, and customer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Sales: 100 rows | House prices: 300 rows | Customer churn: 500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validation -&gt; EDA -&gt; feature engineering -&gt; model tuning -&gt; reporting -&gt; deployment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Sales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product: Laptop | Top region: North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House Price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regression R2: 0.9706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Churn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F1: 0.9565 | Recall: 1.0000 | ROC-AUC: 1.0000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Deployment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app loads the saved model and returns churn probability from customer inputs.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high-risk customers, prioritize retention outreach, monitor revenue trends, retrain regularly.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Career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Portfolio-ready repo, documented workflow, presentation, deployment demo, and interview talking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